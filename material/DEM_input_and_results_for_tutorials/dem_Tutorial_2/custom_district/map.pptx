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917D5B-EAB2-4AE0-B2B4-10DA0838A198}" v="1" dt="2025-12-22T12:35:49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ilt Ueli HSLU T&amp;A" userId="dcedd260-c7ed-48bb-9b56-565643dd5e59" providerId="ADAL" clId="{269D0C82-B606-4AD8-AFC8-906700D60494}"/>
    <pc:docChg chg="custSel mod addSld delSld modSld modMainMaster">
      <pc:chgData name="Schilt Ueli HSLU T&amp;A" userId="dcedd260-c7ed-48bb-9b56-565643dd5e59" providerId="ADAL" clId="{269D0C82-B606-4AD8-AFC8-906700D60494}" dt="2025-12-22T12:52:08.335" v="21" actId="47"/>
      <pc:docMkLst>
        <pc:docMk/>
      </pc:docMkLst>
      <pc:sldChg chg="new">
        <pc:chgData name="Schilt Ueli HSLU T&amp;A" userId="dcedd260-c7ed-48bb-9b56-565643dd5e59" providerId="ADAL" clId="{269D0C82-B606-4AD8-AFC8-906700D60494}" dt="2025-12-22T12:33:34.063" v="0" actId="680"/>
        <pc:sldMkLst>
          <pc:docMk/>
          <pc:sldMk cId="97346437" sldId="256"/>
        </pc:sldMkLst>
      </pc:sldChg>
      <pc:sldChg chg="addSp delSp modSp new mod modClrScheme chgLayout">
        <pc:chgData name="Schilt Ueli HSLU T&amp;A" userId="dcedd260-c7ed-48bb-9b56-565643dd5e59" providerId="ADAL" clId="{269D0C82-B606-4AD8-AFC8-906700D60494}" dt="2025-12-22T12:34:32.610" v="10" actId="1076"/>
        <pc:sldMkLst>
          <pc:docMk/>
          <pc:sldMk cId="2492725232" sldId="257"/>
        </pc:sldMkLst>
        <pc:spChg chg="del">
          <ac:chgData name="Schilt Ueli HSLU T&amp;A" userId="dcedd260-c7ed-48bb-9b56-565643dd5e59" providerId="ADAL" clId="{269D0C82-B606-4AD8-AFC8-906700D60494}" dt="2025-12-22T12:34:07.546" v="4" actId="700"/>
          <ac:spMkLst>
            <pc:docMk/>
            <pc:sldMk cId="2492725232" sldId="257"/>
            <ac:spMk id="2" creationId="{00890776-99B9-132B-A9A5-C117899BF37F}"/>
          </ac:spMkLst>
        </pc:spChg>
        <pc:spChg chg="del">
          <ac:chgData name="Schilt Ueli HSLU T&amp;A" userId="dcedd260-c7ed-48bb-9b56-565643dd5e59" providerId="ADAL" clId="{269D0C82-B606-4AD8-AFC8-906700D60494}" dt="2025-12-22T12:34:07.546" v="4" actId="700"/>
          <ac:spMkLst>
            <pc:docMk/>
            <pc:sldMk cId="2492725232" sldId="257"/>
            <ac:spMk id="3" creationId="{633F1082-D7AC-D21C-8EF5-4F23845E5EF0}"/>
          </ac:spMkLst>
        </pc:spChg>
        <pc:picChg chg="add mod">
          <ac:chgData name="Schilt Ueli HSLU T&amp;A" userId="dcedd260-c7ed-48bb-9b56-565643dd5e59" providerId="ADAL" clId="{269D0C82-B606-4AD8-AFC8-906700D60494}" dt="2025-12-22T12:34:32.610" v="10" actId="1076"/>
          <ac:picMkLst>
            <pc:docMk/>
            <pc:sldMk cId="2492725232" sldId="257"/>
            <ac:picMk id="5" creationId="{0C9C7716-BE4D-818E-21F7-2C2F0FE5E128}"/>
          </ac:picMkLst>
        </pc:picChg>
      </pc:sldChg>
      <pc:sldChg chg="addSp modSp new mod">
        <pc:chgData name="Schilt Ueli HSLU T&amp;A" userId="dcedd260-c7ed-48bb-9b56-565643dd5e59" providerId="ADAL" clId="{269D0C82-B606-4AD8-AFC8-906700D60494}" dt="2025-12-22T12:35:24.572" v="13" actId="962"/>
        <pc:sldMkLst>
          <pc:docMk/>
          <pc:sldMk cId="2650555462" sldId="258"/>
        </pc:sldMkLst>
        <pc:picChg chg="add mod">
          <ac:chgData name="Schilt Ueli HSLU T&amp;A" userId="dcedd260-c7ed-48bb-9b56-565643dd5e59" providerId="ADAL" clId="{269D0C82-B606-4AD8-AFC8-906700D60494}" dt="2025-12-22T12:35:24.572" v="13" actId="962"/>
          <ac:picMkLst>
            <pc:docMk/>
            <pc:sldMk cId="2650555462" sldId="258"/>
            <ac:picMk id="3" creationId="{D3392EFC-A376-EA51-EA9A-B1188B812B0F}"/>
          </ac:picMkLst>
        </pc:picChg>
      </pc:sldChg>
      <pc:sldChg chg="addSp modSp new mod">
        <pc:chgData name="Schilt Ueli HSLU T&amp;A" userId="dcedd260-c7ed-48bb-9b56-565643dd5e59" providerId="ADAL" clId="{269D0C82-B606-4AD8-AFC8-906700D60494}" dt="2025-12-22T12:35:49.845" v="19" actId="20577"/>
        <pc:sldMkLst>
          <pc:docMk/>
          <pc:sldMk cId="3528015452" sldId="259"/>
        </pc:sldMkLst>
        <pc:spChg chg="add mod">
          <ac:chgData name="Schilt Ueli HSLU T&amp;A" userId="dcedd260-c7ed-48bb-9b56-565643dd5e59" providerId="ADAL" clId="{269D0C82-B606-4AD8-AFC8-906700D60494}" dt="2025-12-22T12:35:49.845" v="19" actId="20577"/>
          <ac:spMkLst>
            <pc:docMk/>
            <pc:sldMk cId="3528015452" sldId="259"/>
            <ac:spMk id="3" creationId="{23648AF1-1DB9-A433-F0DA-1F5657ED33DD}"/>
          </ac:spMkLst>
        </pc:spChg>
      </pc:sldChg>
      <pc:sldChg chg="new del">
        <pc:chgData name="Schilt Ueli HSLU T&amp;A" userId="dcedd260-c7ed-48bb-9b56-565643dd5e59" providerId="ADAL" clId="{269D0C82-B606-4AD8-AFC8-906700D60494}" dt="2025-12-22T12:52:08.335" v="21" actId="47"/>
        <pc:sldMkLst>
          <pc:docMk/>
          <pc:sldMk cId="2363076109" sldId="260"/>
        </pc:sldMkLst>
      </pc:sldChg>
      <pc:sldMasterChg chg="addSldLayout modSldLayout">
        <pc:chgData name="Schilt Ueli HSLU T&amp;A" userId="dcedd260-c7ed-48bb-9b56-565643dd5e59" providerId="ADAL" clId="{269D0C82-B606-4AD8-AFC8-906700D60494}" dt="2025-12-22T12:34:02.282" v="3" actId="478"/>
        <pc:sldMasterMkLst>
          <pc:docMk/>
          <pc:sldMasterMk cId="3767392803" sldId="2147483648"/>
        </pc:sldMasterMkLst>
        <pc:sldLayoutChg chg="add">
          <pc:chgData name="Schilt Ueli HSLU T&amp;A" userId="dcedd260-c7ed-48bb-9b56-565643dd5e59" providerId="ADAL" clId="{269D0C82-B606-4AD8-AFC8-906700D60494}" dt="2025-12-22T12:33:34.063" v="0" actId="680"/>
          <pc:sldLayoutMkLst>
            <pc:docMk/>
            <pc:sldMasterMk cId="3767392803" sldId="2147483648"/>
            <pc:sldLayoutMk cId="916053167" sldId="2147483649"/>
          </pc:sldLayoutMkLst>
        </pc:sldLayoutChg>
        <pc:sldLayoutChg chg="delSp mod">
          <pc:chgData name="Schilt Ueli HSLU T&amp;A" userId="dcedd260-c7ed-48bb-9b56-565643dd5e59" providerId="ADAL" clId="{269D0C82-B606-4AD8-AFC8-906700D60494}" dt="2025-12-22T12:34:02.282" v="3" actId="478"/>
          <pc:sldLayoutMkLst>
            <pc:docMk/>
            <pc:sldMasterMk cId="3767392803" sldId="2147483648"/>
            <pc:sldLayoutMk cId="446021878" sldId="2147483650"/>
          </pc:sldLayoutMkLst>
          <pc:spChg chg="del">
            <ac:chgData name="Schilt Ueli HSLU T&amp;A" userId="dcedd260-c7ed-48bb-9b56-565643dd5e59" providerId="ADAL" clId="{269D0C82-B606-4AD8-AFC8-906700D60494}" dt="2025-12-22T12:34:02.282" v="3" actId="478"/>
            <ac:spMkLst>
              <pc:docMk/>
              <pc:sldMasterMk cId="3767392803" sldId="2147483648"/>
              <pc:sldLayoutMk cId="446021878" sldId="2147483650"/>
              <ac:spMk id="2" creationId="{9AC521D4-7038-9251-B4CB-A54879E87803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EBD33B-8251-40AE-4118-3A74C2AB8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DA6A04E-4B38-7C9C-34C2-A5D6DCDD1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5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02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39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ap.geo.admin.ch/#/map?lang=de&amp;center=2606682.85,1266444.54&amp;z=11.853&amp;topic=ech&amp;layers=&amp;bgLayer=ch.swisstopo.swissimage&amp;featureInfo=default&amp;catalogNodes=517,527,ech,696,457,49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B8181D-2CCD-9182-57DB-789FB92525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82FD8C-C5DD-1769-BCFD-3442E401BF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6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Karte enthält.&#10;&#10;KI-generierte Inhalte können fehlerhaft sein.">
            <a:extLst>
              <a:ext uri="{FF2B5EF4-FFF2-40B4-BE49-F238E27FC236}">
                <a16:creationId xmlns:a16="http://schemas.microsoft.com/office/drawing/2014/main" id="{0C9C7716-BE4D-818E-21F7-2C2F0FE5E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741" y="0"/>
            <a:ext cx="7516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25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Baum, Gras, Luftfotografie, Luftbild enthält.&#10;&#10;KI-generierte Inhalte können fehlerhaft sein.">
            <a:extLst>
              <a:ext uri="{FF2B5EF4-FFF2-40B4-BE49-F238E27FC236}">
                <a16:creationId xmlns:a16="http://schemas.microsoft.com/office/drawing/2014/main" id="{D3392EFC-A376-EA51-EA9A-B1188B812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294" y="0"/>
            <a:ext cx="6811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5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23648AF1-1DB9-A433-F0DA-1F5657ED33DD}"/>
              </a:ext>
            </a:extLst>
          </p:cNvPr>
          <p:cNvSpPr txBox="1"/>
          <p:nvPr/>
        </p:nvSpPr>
        <p:spPr>
          <a:xfrm>
            <a:off x="230886" y="570268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https://map.geo.admin.ch/#/map?lang=de&amp;center=2606682.85,1266444.54&amp;z=11.853&amp;topic=ech&amp;layers=&amp;bgLayer=ch.swisstopo.swissimage&amp;featureInfo=default&amp;catalogNodes=517,527,ech,696,457,491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015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Breitbild</PresentationFormat>
  <Paragraphs>1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6" baseType="lpstr"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>Hochschule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Schilt Ueli HSLU T&amp;A</dc:creator>
  <cp:lastModifiedBy>Schilt Ueli HSLU T&amp;A</cp:lastModifiedBy>
  <cp:revision>1</cp:revision>
  <dcterms:created xsi:type="dcterms:W3CDTF">2025-12-22T12:33:32Z</dcterms:created>
  <dcterms:modified xsi:type="dcterms:W3CDTF">2025-12-22T12:52:16Z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2025-12-22T12:33:41Z</vt:lpwstr>
  </property>
  <property fmtid="{D5CDD505-2E9C-101B-9397-08002B2CF9AE}" pid="4" name="MSIP_Label_e8b0afbd-3cf7-4707-aee4-8dc9d855de29_Method">
    <vt:lpwstr>Standard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4fe94953-c4bf-40f6-8cf1-4c97aec05df7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10, 3, 0, 1</vt:lpwstr>
  </property>
</Properties>
</file>